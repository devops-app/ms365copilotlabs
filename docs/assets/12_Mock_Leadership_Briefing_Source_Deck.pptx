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9FD8CAE-B805-443E-BA6F-F697070AA191}" v="1" dt="2026-07-23T06:35:06.29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lson Tsui" userId="S::wilson.tsui@dsigncodehub.com::04e8895f-245a-4920-a64b-784763c940c9" providerId="AD" clId="Web-{2F6907B7-941F-48BC-AB50-F4E4470A3837}"/>
    <pc:docChg chg="modSld">
      <pc:chgData name="Wilson Tsui" userId="S::wilson.tsui@dsigncodehub.com::04e8895f-245a-4920-a64b-784763c940c9" providerId="AD" clId="Web-{2F6907B7-941F-48BC-AB50-F4E4470A3837}" dt="2026-07-23T05:12:19.910" v="0"/>
      <pc:docMkLst>
        <pc:docMk/>
      </pc:docMkLst>
      <pc:sldChg chg="modSp modNotes">
        <pc:chgData name="Wilson Tsui" userId="S::wilson.tsui@dsigncodehub.com::04e8895f-245a-4920-a64b-784763c940c9" providerId="AD" clId="Web-{2F6907B7-941F-48BC-AB50-F4E4470A3837}" dt="2026-07-23T05:12:19.910" v="0"/>
        <pc:sldMkLst>
          <pc:docMk/>
          <pc:sldMk cId="0" sldId="256"/>
        </pc:sldMkLst>
        <pc:spChg chg="mod">
          <ac:chgData name="Wilson Tsui" userId="S::wilson.tsui@dsigncodehub.com::04e8895f-245a-4920-a64b-784763c940c9" providerId="AD" clId="Web-{2F6907B7-941F-48BC-AB50-F4E4470A3837}" dt="2026-07-23T05:12:19.910" v="0"/>
          <ac:spMkLst>
            <pc:docMk/>
            <pc:sldMk cId="0" sldId="256"/>
            <ac:spMk id="14" creationId="{00000000-0000-0000-0000-000000000000}"/>
          </ac:spMkLst>
        </pc:spChg>
        <pc:spChg chg="mod">
          <ac:chgData name="Wilson Tsui" userId="S::wilson.tsui@dsigncodehub.com::04e8895f-245a-4920-a64b-784763c940c9" providerId="AD" clId="Web-{2F6907B7-941F-48BC-AB50-F4E4470A3837}" dt="2026-07-23T05:12:19.910" v="0"/>
          <ac:spMkLst>
            <pc:docMk/>
            <pc:sldMk cId="0" sldId="256"/>
            <ac:spMk id="16" creationId="{00000000-0000-0000-0000-000000000000}"/>
          </ac:spMkLst>
        </pc:spChg>
      </pc:sldChg>
      <pc:sldChg chg="modSp">
        <pc:chgData name="Wilson Tsui" userId="S::wilson.tsui@dsigncodehub.com::04e8895f-245a-4920-a64b-784763c940c9" providerId="AD" clId="Web-{2F6907B7-941F-48BC-AB50-F4E4470A3837}" dt="2026-07-23T05:12:19.910" v="0"/>
        <pc:sldMkLst>
          <pc:docMk/>
          <pc:sldMk cId="0" sldId="257"/>
        </pc:sldMkLst>
        <pc:spChg chg="mod">
          <ac:chgData name="Wilson Tsui" userId="S::wilson.tsui@dsigncodehub.com::04e8895f-245a-4920-a64b-784763c940c9" providerId="AD" clId="Web-{2F6907B7-941F-48BC-AB50-F4E4470A3837}" dt="2026-07-23T05:12:19.910" v="0"/>
          <ac:spMkLst>
            <pc:docMk/>
            <pc:sldMk cId="0" sldId="257"/>
            <ac:spMk id="18" creationId="{00000000-0000-0000-0000-000000000000}"/>
          </ac:spMkLst>
        </pc:spChg>
      </pc:sldChg>
      <pc:sldChg chg="modSp">
        <pc:chgData name="Wilson Tsui" userId="S::wilson.tsui@dsigncodehub.com::04e8895f-245a-4920-a64b-784763c940c9" providerId="AD" clId="Web-{2F6907B7-941F-48BC-AB50-F4E4470A3837}" dt="2026-07-23T05:12:19.910" v="0"/>
        <pc:sldMkLst>
          <pc:docMk/>
          <pc:sldMk cId="0" sldId="258"/>
        </pc:sldMkLst>
        <pc:spChg chg="mod">
          <ac:chgData name="Wilson Tsui" userId="S::wilson.tsui@dsigncodehub.com::04e8895f-245a-4920-a64b-784763c940c9" providerId="AD" clId="Web-{2F6907B7-941F-48BC-AB50-F4E4470A3837}" dt="2026-07-23T05:12:19.910" v="0"/>
          <ac:spMkLst>
            <pc:docMk/>
            <pc:sldMk cId="0" sldId="258"/>
            <ac:spMk id="6" creationId="{00000000-0000-0000-0000-000000000000}"/>
          </ac:spMkLst>
        </pc:spChg>
      </pc:sldChg>
      <pc:sldChg chg="modSp">
        <pc:chgData name="Wilson Tsui" userId="S::wilson.tsui@dsigncodehub.com::04e8895f-245a-4920-a64b-784763c940c9" providerId="AD" clId="Web-{2F6907B7-941F-48BC-AB50-F4E4470A3837}" dt="2026-07-23T05:12:19.910" v="0"/>
        <pc:sldMkLst>
          <pc:docMk/>
          <pc:sldMk cId="0" sldId="259"/>
        </pc:sldMkLst>
        <pc:spChg chg="mod">
          <ac:chgData name="Wilson Tsui" userId="S::wilson.tsui@dsigncodehub.com::04e8895f-245a-4920-a64b-784763c940c9" providerId="AD" clId="Web-{2F6907B7-941F-48BC-AB50-F4E4470A3837}" dt="2026-07-23T05:12:19.910" v="0"/>
          <ac:spMkLst>
            <pc:docMk/>
            <pc:sldMk cId="0" sldId="259"/>
            <ac:spMk id="15" creationId="{00000000-0000-0000-0000-000000000000}"/>
          </ac:spMkLst>
        </pc:spChg>
      </pc:sldChg>
      <pc:sldChg chg="modSp">
        <pc:chgData name="Wilson Tsui" userId="S::wilson.tsui@dsigncodehub.com::04e8895f-245a-4920-a64b-784763c940c9" providerId="AD" clId="Web-{2F6907B7-941F-48BC-AB50-F4E4470A3837}" dt="2026-07-23T05:12:19.910" v="0"/>
        <pc:sldMkLst>
          <pc:docMk/>
          <pc:sldMk cId="0" sldId="260"/>
        </pc:sldMkLst>
        <pc:spChg chg="mod">
          <ac:chgData name="Wilson Tsui" userId="S::wilson.tsui@dsigncodehub.com::04e8895f-245a-4920-a64b-784763c940c9" providerId="AD" clId="Web-{2F6907B7-941F-48BC-AB50-F4E4470A3837}" dt="2026-07-23T05:12:19.910" v="0"/>
          <ac:spMkLst>
            <pc:docMk/>
            <pc:sldMk cId="0" sldId="260"/>
            <ac:spMk id="6" creationId="{00000000-0000-0000-0000-000000000000}"/>
          </ac:spMkLst>
        </pc:spChg>
      </pc:sldChg>
    </pc:docChg>
  </pc:docChgLst>
  <pc:docChgLst>
    <pc:chgData name="Wilson Tsui" userId="S::wilson.tsui@dsigncodehub.com::04e8895f-245a-4920-a64b-784763c940c9" providerId="AD" clId="Web-{79FD8CAE-B805-443E-BA6F-F697070AA191}"/>
    <pc:docChg chg="modSld">
      <pc:chgData name="Wilson Tsui" userId="S::wilson.tsui@dsigncodehub.com::04e8895f-245a-4920-a64b-784763c940c9" providerId="AD" clId="Web-{79FD8CAE-B805-443E-BA6F-F697070AA191}" dt="2026-07-23T06:35:06.296" v="0" actId="1076"/>
      <pc:docMkLst>
        <pc:docMk/>
      </pc:docMkLst>
      <pc:sldChg chg="modSp">
        <pc:chgData name="Wilson Tsui" userId="S::wilson.tsui@dsigncodehub.com::04e8895f-245a-4920-a64b-784763c940c9" providerId="AD" clId="Web-{79FD8CAE-B805-443E-BA6F-F697070AA191}" dt="2026-07-23T06:35:06.296" v="0" actId="1076"/>
        <pc:sldMkLst>
          <pc:docMk/>
          <pc:sldMk cId="0" sldId="256"/>
        </pc:sldMkLst>
        <pc:spChg chg="mod">
          <ac:chgData name="Wilson Tsui" userId="S::wilson.tsui@dsigncodehub.com::04e8895f-245a-4920-a64b-784763c940c9" providerId="AD" clId="Web-{79FD8CAE-B805-443E-BA6F-F697070AA191}" dt="2026-07-23T06:35:06.296" v="0" actId="1076"/>
          <ac:spMkLst>
            <pc:docMk/>
            <pc:sldMk cId="0" sldId="256"/>
            <ac:spMk id="5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E381ED-844C-41ED-88ED-36DD774C43D9}" type="datetimeFigureOut">
              <a:t>7/22/2026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160769-A856-4042-9FE3-706669B0045B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6467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Synthetic mock training material. Visual style is synthetic and does not copy </a:t>
            </a:r>
            <a:r>
              <a:rPr lang="en-US"/>
              <a:t>Contoso Energy</a:t>
            </a:r>
            <a:r>
              <a:rPr lang="en-US" dirty="0"/>
              <a:t> brand assets.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Synthetic mock training material.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Synthetic mock training material.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Synthetic mock training material.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Synthetic mock training material.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A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3D2E"/>
          </a:solidFill>
          <a:ln w="12700">
            <a:solidFill>
              <a:srgbClr val="0B3D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97280"/>
            <a:ext cx="9966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0B3D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Energy Data Platform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758952" y="1886857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Mock executive briefing deck for Copilot in PowerPoint exercises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2834640"/>
            <a:ext cx="3383280" cy="1097280"/>
          </a:xfrm>
          <a:prstGeom prst="roundRect">
            <a:avLst>
              <a:gd name="adj" fmla="val 6667"/>
            </a:avLst>
          </a:prstGeom>
          <a:solidFill>
            <a:srgbClr val="EAF7F1"/>
          </a:solidFill>
          <a:ln w="12700">
            <a:solidFill>
              <a:srgbClr val="B8D8CC">
                <a:alpha val="8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944368"/>
            <a:ext cx="3108960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3D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purpose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3246120"/>
            <a:ext cx="3108960" cy="5852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Copilot to summarize source documents, improve slide wording, and create speaker notes.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26280" y="2834640"/>
            <a:ext cx="3383280" cy="1097280"/>
          </a:xfrm>
          <a:prstGeom prst="roundRect">
            <a:avLst>
              <a:gd name="adj" fmla="val 6667"/>
            </a:avLst>
          </a:prstGeom>
          <a:solidFill>
            <a:srgbClr val="EAF7F1"/>
          </a:solidFill>
          <a:ln w="12700">
            <a:solidFill>
              <a:srgbClr val="B8D8CC">
                <a:alpha val="8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2944368"/>
            <a:ext cx="3108960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3D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scenario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63440" y="3246120"/>
            <a:ext cx="3108960" cy="5852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Malaysia energy operations reporting programme with synthetic data.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275320" y="2834640"/>
            <a:ext cx="3108960" cy="1097280"/>
          </a:xfrm>
          <a:prstGeom prst="roundRect">
            <a:avLst>
              <a:gd name="adj" fmla="val 6667"/>
            </a:avLst>
          </a:prstGeom>
          <a:solidFill>
            <a:srgbClr val="EAF7F1"/>
          </a:solidFill>
          <a:ln w="12700">
            <a:solidFill>
              <a:srgbClr val="B8D8CC">
                <a:alpha val="85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0" y="2944368"/>
            <a:ext cx="2834640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3D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412480" y="3246120"/>
            <a:ext cx="2834640" cy="5852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real </a:t>
            </a:r>
            <a:r>
              <a:rPr lang="en-US" sz="105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Contoso Energy</a:t>
            </a:r>
            <a:r>
              <a:rPr lang="en-US" sz="105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data, logos, confidential content, or personal data.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3D2E"/>
          </a:solidFill>
          <a:ln w="12700">
            <a:solidFill>
              <a:srgbClr val="0B3D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0040" y="6611112"/>
            <a:ext cx="114300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Contoso Energy </a:t>
            </a:r>
            <a:r>
              <a:rPr lang="en-US" sz="6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Mock Training | Synthetic data only | No real </a:t>
            </a:r>
            <a:r>
              <a:rPr lang="en-US" sz="65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Contoso Energy</a:t>
            </a:r>
            <a:r>
              <a:rPr lang="en-US" sz="6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confidential information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841248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3D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Situation overview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29768" y="868680"/>
            <a:ext cx="91440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slide to practise rewriting into a crisp leadership summary.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4846320" cy="4206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Reporting is fragmented across operations, finance, procurement and HSSE mock teams.</a:t>
            </a:r>
            <a:endParaRPr lang="en-US" sz="1300" dirty="0"/>
          </a:p>
          <a:p>
            <a:pPr marL="152400" indent="-152400"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Manual consolidation creates delays and inconsistent KPI definitions.</a:t>
            </a:r>
            <a:endParaRPr lang="en-US" sz="1300" dirty="0"/>
          </a:p>
          <a:p>
            <a:pPr marL="152400" indent="-152400"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pilot proposes a controlled reporting layer with clear ownership.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035040" y="1097280"/>
            <a:ext cx="2468880" cy="1143000"/>
          </a:xfrm>
          <a:prstGeom prst="roundRect">
            <a:avLst>
              <a:gd name="adj" fmla="val 6400"/>
            </a:avLst>
          </a:prstGeom>
          <a:solidFill>
            <a:srgbClr val="EAF7F1"/>
          </a:solidFill>
          <a:ln w="12700">
            <a:solidFill>
              <a:srgbClr val="B8D8CC">
                <a:alpha val="85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72200" y="1207008"/>
            <a:ext cx="2194560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3D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state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172200" y="1508760"/>
            <a:ext cx="2194560" cy="63093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Multiple manual files.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8869680" y="1097280"/>
            <a:ext cx="2468880" cy="1143000"/>
          </a:xfrm>
          <a:prstGeom prst="roundRect">
            <a:avLst>
              <a:gd name="adj" fmla="val 6400"/>
            </a:avLst>
          </a:prstGeom>
          <a:solidFill>
            <a:srgbClr val="EAF7F1"/>
          </a:solidFill>
          <a:ln w="12700">
            <a:solidFill>
              <a:srgbClr val="B8D8CC">
                <a:alpha val="85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006840" y="1207008"/>
            <a:ext cx="2194560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3D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state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006840" y="1508760"/>
            <a:ext cx="2194560" cy="63093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Single KPI model.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35040" y="2743200"/>
            <a:ext cx="2468880" cy="1143000"/>
          </a:xfrm>
          <a:prstGeom prst="roundRect">
            <a:avLst>
              <a:gd name="adj" fmla="val 6400"/>
            </a:avLst>
          </a:prstGeom>
          <a:solidFill>
            <a:srgbClr val="EAF7F1"/>
          </a:solidFill>
          <a:ln w="12700">
            <a:solidFill>
              <a:srgbClr val="B8D8CC">
                <a:alpha val="8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72200" y="2852928"/>
            <a:ext cx="2194560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3D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172200" y="3154680"/>
            <a:ext cx="2194560" cy="63093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Access and data definitions.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869680" y="2743200"/>
            <a:ext cx="2468880" cy="1143000"/>
          </a:xfrm>
          <a:prstGeom prst="roundRect">
            <a:avLst>
              <a:gd name="adj" fmla="val 6400"/>
            </a:avLst>
          </a:prstGeom>
          <a:solidFill>
            <a:srgbClr val="EAF7F1"/>
          </a:solidFill>
          <a:ln w="12700">
            <a:solidFill>
              <a:srgbClr val="B8D8CC">
                <a:alpha val="85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06840" y="2852928"/>
            <a:ext cx="2194560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3D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006840" y="3154680"/>
            <a:ext cx="2194560" cy="63093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owners and scope.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3D2E"/>
          </a:solidFill>
          <a:ln w="12700">
            <a:solidFill>
              <a:srgbClr val="0B3D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6611112"/>
            <a:ext cx="114300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Contoso Energy </a:t>
            </a:r>
            <a:r>
              <a:rPr lang="en-US" sz="6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Mock Training | Synthetic data only | No real </a:t>
            </a:r>
            <a:r>
              <a:rPr lang="en-US" sz="65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Contoso Energy</a:t>
            </a:r>
            <a:r>
              <a:rPr lang="en-US" sz="6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confidential information</a:t>
            </a:r>
            <a:endParaRPr lang="en-US" sz="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841248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3D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Programme workstreams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29768" y="868680"/>
            <a:ext cx="91440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Ask Copilot to turn the table into a roadmap narrative.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34440"/>
          <a:ext cx="10881360" cy="2926080"/>
        </p:xfrm>
        <a:graphic>
          <a:graphicData uri="http://schemas.openxmlformats.org/drawingml/2006/table">
            <a:tbl>
              <a:tblPr/>
              <a:tblGrid>
                <a:gridCol w="3627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Workstream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Owner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Outcome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KPI dictionary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Governance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Approved common definitions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Data pipeline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Engineering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Reusable reporting model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Dashboard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Performance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Leadership-ready insights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Change enablement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PMO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User adoption and safe prompting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3D2E"/>
          </a:solidFill>
          <a:ln w="12700">
            <a:solidFill>
              <a:srgbClr val="0B3D2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20040" y="6611112"/>
            <a:ext cx="114300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Contoso Energy </a:t>
            </a:r>
            <a:r>
              <a:rPr lang="en-US" sz="6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Mock Training | Synthetic data only | No real </a:t>
            </a:r>
            <a:r>
              <a:rPr lang="en-US" sz="65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Contoso Energy</a:t>
            </a:r>
            <a:r>
              <a:rPr lang="en-US" sz="6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confidential information</a:t>
            </a:r>
            <a:endParaRPr lang="en-US" sz="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841248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3D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Top risks and decisions needed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29768" y="868680"/>
            <a:ext cx="91440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with Word/Excel sources to produce a consolidated risk view.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3291840" cy="1371600"/>
          </a:xfrm>
          <a:prstGeom prst="roundRect">
            <a:avLst>
              <a:gd name="adj" fmla="val 5333"/>
            </a:avLst>
          </a:prstGeom>
          <a:solidFill>
            <a:srgbClr val="EAF7F1"/>
          </a:solidFill>
          <a:ln w="12700">
            <a:solidFill>
              <a:srgbClr val="B8D8CC">
                <a:alpha val="8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298448"/>
            <a:ext cx="3017520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3D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 1: Definitions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1600200"/>
            <a:ext cx="3017520" cy="85953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 terms may be interpreted differently across teams. Decision: approve baseline dictionary.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480560" y="1188720"/>
            <a:ext cx="3291840" cy="1371600"/>
          </a:xfrm>
          <a:prstGeom prst="roundRect">
            <a:avLst>
              <a:gd name="adj" fmla="val 5333"/>
            </a:avLst>
          </a:prstGeom>
          <a:solidFill>
            <a:srgbClr val="EAF7F1"/>
          </a:solidFill>
          <a:ln w="12700">
            <a:solidFill>
              <a:srgbClr val="B8D8CC">
                <a:alpha val="8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17720" y="1298448"/>
            <a:ext cx="3017520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3D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 2: Permissions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17720" y="1600200"/>
            <a:ext cx="3017520" cy="85953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files should be permission-aware and separate from live business content. Decision: approve access model.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229600" y="1188720"/>
            <a:ext cx="3291840" cy="1371600"/>
          </a:xfrm>
          <a:prstGeom prst="roundRect">
            <a:avLst>
              <a:gd name="adj" fmla="val 5333"/>
            </a:avLst>
          </a:prstGeom>
          <a:solidFill>
            <a:srgbClr val="EAF7F1"/>
          </a:solidFill>
          <a:ln w="12700">
            <a:solidFill>
              <a:srgbClr val="B8D8CC">
                <a:alpha val="85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66760" y="1298448"/>
            <a:ext cx="3017520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3D2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 3: Adoption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366760" y="1600200"/>
            <a:ext cx="3017520" cy="85953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Users may overtrust generated outputs. Decision: include validation checklist.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14400" y="3657600"/>
            <a:ext cx="1024128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Recommended next step: publish mock folder, run app-by-app exercises, then test agent responses using the FAQ and test cases.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3D2E"/>
          </a:solidFill>
          <a:ln w="12700">
            <a:solidFill>
              <a:srgbClr val="0B3D2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" y="6611112"/>
            <a:ext cx="114300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Contoso Energy </a:t>
            </a:r>
            <a:r>
              <a:rPr lang="en-US" sz="6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Mock Training | Synthetic data only | No real </a:t>
            </a:r>
            <a:r>
              <a:rPr lang="en-US" sz="65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Contoso Energy</a:t>
            </a:r>
            <a:r>
              <a:rPr lang="en-US" sz="6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confidential information</a:t>
            </a:r>
            <a:endParaRPr lang="en-US" sz="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841248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3D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Copilot exercise prompts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29768" y="868680"/>
            <a:ext cx="91440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Copy these prompts into Copilot for PowerPoint.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22960" y="1234440"/>
            <a:ext cx="10515600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6-slide leadership briefing from 01_Mock_Project_Charter and 10_Mock_Project_Cost_Schedule_Control.</a:t>
            </a:r>
            <a:endParaRPr lang="en-US" sz="1300" dirty="0"/>
          </a:p>
          <a:p>
            <a:pPr marL="152400" indent="-152400"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Improve this deck for an executive audience. Keep it concise and visual.</a:t>
            </a:r>
            <a:endParaRPr lang="en-US" sz="1300" dirty="0"/>
          </a:p>
          <a:p>
            <a:pPr marL="152400" indent="-152400"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speaker notes explaining risks, decisions needed and next actions.</a:t>
            </a:r>
            <a:endParaRPr lang="en-US" sz="1300" dirty="0"/>
          </a:p>
          <a:p>
            <a:pPr marL="152400" indent="-152400"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final slide with action owners and due dates.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3D2E"/>
          </a:solidFill>
          <a:ln w="12700">
            <a:solidFill>
              <a:srgbClr val="0B3D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6611112"/>
            <a:ext cx="114300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Contoso Energy </a:t>
            </a:r>
            <a:r>
              <a:rPr lang="en-US" sz="6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Mock Training | Synthetic data only | No real </a:t>
            </a:r>
            <a:r>
              <a:rPr lang="en-US" sz="65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Contoso Energy</a:t>
            </a:r>
            <a:r>
              <a:rPr lang="en-US" sz="6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confidential information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5</Slides>
  <Notes>5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6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Dsigncodehub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Mock training deck</dc:subject>
  <dc:creator>Wilson Tsui</dc:creator>
  <cp:lastModifiedBy>Wilson Tsui</cp:lastModifiedBy>
  <cp:revision>3</cp:revision>
  <dcterms:created xsi:type="dcterms:W3CDTF">2026-07-22T14:03:10Z</dcterms:created>
  <dcterms:modified xsi:type="dcterms:W3CDTF">2026-07-23T06:35:06Z</dcterms:modified>
</cp:coreProperties>
</file>