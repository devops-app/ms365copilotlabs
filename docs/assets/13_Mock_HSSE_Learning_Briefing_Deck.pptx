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84BD-1659-4EC3-A5C3-349CF6E6DC46}" v="1" dt="2026-07-23T05:12:27.878"/>
    <p1510:client id="{C5291663-4D9B-4253-9C28-58F93F95C6A0}" v="1" dt="2026-07-23T06:35:18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son Tsui" userId="S::wilson.tsui@dsigncodehub.com::04e8895f-245a-4920-a64b-784763c940c9" providerId="AD" clId="Web-{05D484BD-1659-4EC3-A5C3-349CF6E6DC46}"/>
    <pc:docChg chg="modSld">
      <pc:chgData name="Wilson Tsui" userId="S::wilson.tsui@dsigncodehub.com::04e8895f-245a-4920-a64b-784763c940c9" providerId="AD" clId="Web-{05D484BD-1659-4EC3-A5C3-349CF6E6DC46}" dt="2026-07-23T05:12:27.878" v="0"/>
      <pc:docMkLst>
        <pc:docMk/>
      </pc:docMkLst>
      <pc:sldChg chg="modSp">
        <pc:chgData name="Wilson Tsui" userId="S::wilson.tsui@dsigncodehub.com::04e8895f-245a-4920-a64b-784763c940c9" providerId="AD" clId="Web-{05D484BD-1659-4EC3-A5C3-349CF6E6DC46}" dt="2026-07-23T05:12:27.878" v="0"/>
        <pc:sldMkLst>
          <pc:docMk/>
          <pc:sldMk cId="0" sldId="256"/>
        </pc:sldMkLst>
        <pc:spChg chg="mod">
          <ac:chgData name="Wilson Tsui" userId="S::wilson.tsui@dsigncodehub.com::04e8895f-245a-4920-a64b-784763c940c9" providerId="AD" clId="Web-{05D484BD-1659-4EC3-A5C3-349CF6E6DC46}" dt="2026-07-23T05:12:27.878" v="0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Wilson Tsui" userId="S::wilson.tsui@dsigncodehub.com::04e8895f-245a-4920-a64b-784763c940c9" providerId="AD" clId="Web-{05D484BD-1659-4EC3-A5C3-349CF6E6DC46}" dt="2026-07-23T05:12:27.878" v="0"/>
        <pc:sldMkLst>
          <pc:docMk/>
          <pc:sldMk cId="0" sldId="257"/>
        </pc:sldMkLst>
        <pc:spChg chg="mod">
          <ac:chgData name="Wilson Tsui" userId="S::wilson.tsui@dsigncodehub.com::04e8895f-245a-4920-a64b-784763c940c9" providerId="AD" clId="Web-{05D484BD-1659-4EC3-A5C3-349CF6E6DC46}" dt="2026-07-23T05:12:27.878" v="0"/>
          <ac:spMkLst>
            <pc:docMk/>
            <pc:sldMk cId="0" sldId="257"/>
            <ac:spMk id="15" creationId="{00000000-0000-0000-0000-000000000000}"/>
          </ac:spMkLst>
        </pc:spChg>
      </pc:sldChg>
      <pc:sldChg chg="modSp">
        <pc:chgData name="Wilson Tsui" userId="S::wilson.tsui@dsigncodehub.com::04e8895f-245a-4920-a64b-784763c940c9" providerId="AD" clId="Web-{05D484BD-1659-4EC3-A5C3-349CF6E6DC46}" dt="2026-07-23T05:12:27.878" v="0"/>
        <pc:sldMkLst>
          <pc:docMk/>
          <pc:sldMk cId="0" sldId="258"/>
        </pc:sldMkLst>
        <pc:spChg chg="mod">
          <ac:chgData name="Wilson Tsui" userId="S::wilson.tsui@dsigncodehub.com::04e8895f-245a-4920-a64b-784763c940c9" providerId="AD" clId="Web-{05D484BD-1659-4EC3-A5C3-349CF6E6DC46}" dt="2026-07-23T05:12:27.878" v="0"/>
          <ac:spMkLst>
            <pc:docMk/>
            <pc:sldMk cId="0" sldId="258"/>
            <ac:spMk id="6" creationId="{00000000-0000-0000-0000-000000000000}"/>
          </ac:spMkLst>
        </pc:spChg>
      </pc:sldChg>
      <pc:sldChg chg="modSp">
        <pc:chgData name="Wilson Tsui" userId="S::wilson.tsui@dsigncodehub.com::04e8895f-245a-4920-a64b-784763c940c9" providerId="AD" clId="Web-{05D484BD-1659-4EC3-A5C3-349CF6E6DC46}" dt="2026-07-23T05:12:27.878" v="0"/>
        <pc:sldMkLst>
          <pc:docMk/>
          <pc:sldMk cId="0" sldId="259"/>
        </pc:sldMkLst>
        <pc:spChg chg="mod">
          <ac:chgData name="Wilson Tsui" userId="S::wilson.tsui@dsigncodehub.com::04e8895f-245a-4920-a64b-784763c940c9" providerId="AD" clId="Web-{05D484BD-1659-4EC3-A5C3-349CF6E6DC46}" dt="2026-07-23T05:12:27.878" v="0"/>
          <ac:spMkLst>
            <pc:docMk/>
            <pc:sldMk cId="0" sldId="259"/>
            <ac:spMk id="6" creationId="{00000000-0000-0000-0000-000000000000}"/>
          </ac:spMkLst>
        </pc:spChg>
      </pc:sldChg>
    </pc:docChg>
  </pc:docChgLst>
  <pc:docChgLst>
    <pc:chgData name="Wilson Tsui" userId="S::wilson.tsui@dsigncodehub.com::04e8895f-245a-4920-a64b-784763c940c9" providerId="AD" clId="Web-{C5291663-4D9B-4253-9C28-58F93F95C6A0}"/>
    <pc:docChg chg="modSld">
      <pc:chgData name="Wilson Tsui" userId="S::wilson.tsui@dsigncodehub.com::04e8895f-245a-4920-a64b-784763c940c9" providerId="AD" clId="Web-{C5291663-4D9B-4253-9C28-58F93F95C6A0}" dt="2026-07-23T06:35:18.703" v="0" actId="1076"/>
      <pc:docMkLst>
        <pc:docMk/>
      </pc:docMkLst>
      <pc:sldChg chg="modSp">
        <pc:chgData name="Wilson Tsui" userId="S::wilson.tsui@dsigncodehub.com::04e8895f-245a-4920-a64b-784763c940c9" providerId="AD" clId="Web-{C5291663-4D9B-4253-9C28-58F93F95C6A0}" dt="2026-07-23T06:35:18.703" v="0" actId="1076"/>
        <pc:sldMkLst>
          <pc:docMk/>
          <pc:sldMk cId="0" sldId="256"/>
        </pc:sldMkLst>
        <pc:spChg chg="mod">
          <ac:chgData name="Wilson Tsui" userId="S::wilson.tsui@dsigncodehub.com::04e8895f-245a-4920-a64b-784763c940c9" providerId="AD" clId="Web-{C5291663-4D9B-4253-9C28-58F93F95C6A0}" dt="2026-07-23T06:35:18.703" v="0" actId="1076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8BA80-DD3B-4EA0-9C5D-2E7105F005AC}" type="datetimeFigureOut"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CA385-7EF1-4577-B211-52C984F153F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00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mock training material. This is a synthetic incident scenario for safe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mock training material.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mock training material.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mock training material.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HSSE Learning Briefing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735183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7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incident learning source deck for Copilot summarization and Q&amp;A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11430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Contoso Energy </a:t>
            </a: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Training | Synthetic data only | No real </a:t>
            </a:r>
            <a:r>
              <a:rPr lang="en-US" sz="65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Contoso</a:t>
            </a: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confidential information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 incident 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can ask Copilot to create lessons learned, email updates and action lists.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EAF7F1"/>
          </a:solidFill>
          <a:ln w="12700">
            <a:solidFill>
              <a:srgbClr val="B8D8CC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265176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Minor slip near a simulated loading bay during wet-weather training conditions.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0" y="118872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EAF7F1"/>
          </a:solidFill>
          <a:ln w="12700">
            <a:solidFill>
              <a:srgbClr val="B8D8C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94760" y="1600200"/>
            <a:ext cx="265176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 isolated, surface dried, signage added, mock report created.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0" y="118872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EAF7F1"/>
          </a:solidFill>
          <a:ln w="12700">
            <a:solidFill>
              <a:srgbClr val="B8D8C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298448"/>
            <a:ext cx="42976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12280" y="1600200"/>
            <a:ext cx="429768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Practise safe summarization, root-cause extraction and corrective action tracking.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real site, asset, employee, vendor or operating procedure is represented.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deck with 02_Mock_HSSE_Incident_Learning_Report and 09_Mock_HSSE_KPI_Dashboard.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6611112"/>
            <a:ext cx="11430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Contoso Energy </a:t>
            </a: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Training | Synthetic data only | No real </a:t>
            </a:r>
            <a:r>
              <a:rPr lang="en-US" sz="65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Contoso</a:t>
            </a: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confidential information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Corrective action tracker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Copilot to convert this into an owner-based action plan.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2834640"/>
        </p:xfrm>
        <a:graphic>
          <a:graphicData uri="http://schemas.openxmlformats.org/drawingml/2006/table">
            <a:tbl>
              <a:tblPr/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Refresh walkway inspection checklist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HSSE Lead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05 Aug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 hose-routing control point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Operations Lead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 Aug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wet-weather reminder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Comms Lead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 Aug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Planned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Validate in next safety walk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Manager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 Aug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Planned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6611112"/>
            <a:ext cx="11430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Contoso Energy </a:t>
            </a: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Training | Synthetic data only | No real </a:t>
            </a:r>
            <a:r>
              <a:rPr lang="en-US" sz="65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Contoso</a:t>
            </a: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confidential information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Copilot tasks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 Word, PowerPoint and agent testing.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4241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the incident in under 120 words for leadership.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risk register from the incident report.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 toolbox talk outline for wet-weather housekeeping.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the knowledge agent if restricted data can be used in prompts.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611112"/>
            <a:ext cx="11430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Contoso Energy </a:t>
            </a: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Training | Synthetic data only | No real </a:t>
            </a:r>
            <a:r>
              <a:rPr lang="en-US" sz="65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Contoso</a:t>
            </a: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confidential information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Wilson Tsui</dc:creator>
  <cp:lastModifiedBy>Wilson Tsui</cp:lastModifiedBy>
  <cp:revision>3</cp:revision>
  <dcterms:created xsi:type="dcterms:W3CDTF">2026-07-22T14:03:10Z</dcterms:created>
  <dcterms:modified xsi:type="dcterms:W3CDTF">2026-07-23T06:35:19Z</dcterms:modified>
</cp:coreProperties>
</file>