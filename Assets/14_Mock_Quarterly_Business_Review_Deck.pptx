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D2E"/>
                </a:solidFill>
              </a:rPr>
              <a:t>Contoso Group Quarterly Business Review</a:t>
            </a:r>
          </a:p>
          <a:p>
            <a:r>
              <a:rPr sz="1300" i="1">
                <a:solidFill>
                  <a:srgbClr val="697884"/>
                </a:solidFill>
              </a:rPr>
              <a:t>Q3 mock QBR  |  Synthetic data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 Mock training deck - not real company results</a:t>
            </a:r>
          </a:p>
          <a:p>
            <a:pPr>
              <a:spcAft>
                <a:spcPts val="1000"/>
              </a:spcAft>
            </a:pPr>
            <a:r>
              <a:rPr sz="1800"/>
              <a:t>•  Covers HealthCare, Retail, Manufacturing, Financial, Learning, CloudWorks</a:t>
            </a:r>
          </a:p>
          <a:p>
            <a:pPr>
              <a:spcAft>
                <a:spcPts val="1000"/>
              </a:spcAft>
            </a:pPr>
            <a:r>
              <a:rPr sz="1800"/>
              <a:t>•  For the leadership review and PowerPoint Copilot exercises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D2E"/>
                </a:solidFill>
              </a:rPr>
              <a:t>Group performance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 Revenue tracking slightly ahead of plan, led by CloudWorks and Retail</a:t>
            </a:r>
          </a:p>
          <a:p>
            <a:pPr>
              <a:spcAft>
                <a:spcPts val="1000"/>
              </a:spcAft>
            </a:pPr>
            <a:r>
              <a:rPr sz="1800"/>
              <a:t>•  Manufacturing margin pressured by input costs and defect rework</a:t>
            </a:r>
          </a:p>
          <a:p>
            <a:pPr>
              <a:spcAft>
                <a:spcPts val="1000"/>
              </a:spcAft>
            </a:pPr>
            <a:r>
              <a:rPr sz="1800"/>
              <a:t>•  Customer satisfaction stable but complaint volume up in Financial</a:t>
            </a:r>
          </a:p>
          <a:p>
            <a:pPr>
              <a:spcAft>
                <a:spcPts val="1000"/>
              </a:spcAft>
            </a:pPr>
            <a:r>
              <a:rPr sz="1800"/>
              <a:t>•  Several departments over budget on software and professional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D2E"/>
                </a:solidFill>
              </a:rPr>
              <a:t>Business unit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 HealthCare: steady demand, regulatory audit scheduled</a:t>
            </a:r>
          </a:p>
          <a:p>
            <a:pPr>
              <a:spcAft>
                <a:spcPts val="1000"/>
              </a:spcAft>
            </a:pPr>
            <a:r>
              <a:rPr sz="1800"/>
              <a:t>•  Retail: loyalty relaunch in market, early ROAS above target</a:t>
            </a:r>
          </a:p>
          <a:p>
            <a:pPr>
              <a:spcAft>
                <a:spcPts val="1000"/>
              </a:spcAft>
            </a:pPr>
            <a:r>
              <a:rPr sz="1800"/>
              <a:t>•  Manufacturing: OEE below target at Penang, safety near-misses up</a:t>
            </a:r>
          </a:p>
          <a:p>
            <a:pPr>
              <a:spcAft>
                <a:spcPts val="1000"/>
              </a:spcAft>
            </a:pPr>
            <a:r>
              <a:rPr sz="1800"/>
              <a:t>•  CloudWorks: strong pipeline, several large deals in negotiation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D2E"/>
                </a:solidFill>
              </a:rPr>
              <a:t>Top risks this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 Budget variance concentrated in a few departments</a:t>
            </a:r>
          </a:p>
          <a:p>
            <a:pPr>
              <a:spcAft>
                <a:spcPts val="1000"/>
              </a:spcAft>
            </a:pPr>
            <a:r>
              <a:rPr sz="1800"/>
              <a:t>•  Manufacturing defect rate above threshold at Detroit</a:t>
            </a:r>
          </a:p>
          <a:p>
            <a:pPr>
              <a:spcAft>
                <a:spcPts val="1000"/>
              </a:spcAft>
            </a:pPr>
            <a:r>
              <a:rPr sz="1800"/>
              <a:t>•  Data-privacy differences slowing the Unified Customer View programme</a:t>
            </a:r>
          </a:p>
          <a:p>
            <a:pPr>
              <a:spcAft>
                <a:spcPts val="1000"/>
              </a:spcAft>
            </a:pPr>
            <a:r>
              <a:rPr sz="1800"/>
              <a:t>•  Vendor security assessment outstanding on a key MSA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D2E"/>
                </a:solidFill>
              </a:rPr>
              <a:t>Decisions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 Approve reprioritized software spend across business units</a:t>
            </a:r>
          </a:p>
          <a:p>
            <a:pPr>
              <a:spcAft>
                <a:spcPts val="1000"/>
              </a:spcAft>
            </a:pPr>
            <a:r>
              <a:rPr sz="1800"/>
              <a:t>•  Confirm data owner for the Unified Customer View schema</a:t>
            </a:r>
          </a:p>
          <a:p>
            <a:pPr>
              <a:spcAft>
                <a:spcPts val="1000"/>
              </a:spcAft>
            </a:pPr>
            <a:r>
              <a:rPr sz="1800"/>
              <a:t>•  Agree first two business units for the UCV pilot</a:t>
            </a:r>
          </a:p>
          <a:p>
            <a:pPr>
              <a:spcAft>
                <a:spcPts val="1000"/>
              </a:spcAft>
            </a:pPr>
            <a:r>
              <a:rPr sz="1800"/>
              <a:t>•  Decide the manufacturing quality recovery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3D2E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 Finalize budget reforecast with Finance</a:t>
            </a:r>
          </a:p>
          <a:p>
            <a:pPr>
              <a:spcAft>
                <a:spcPts val="1000"/>
              </a:spcAft>
            </a:pPr>
            <a:r>
              <a:rPr sz="1800"/>
              <a:t>•  Stand up the UCV consent framework</a:t>
            </a:r>
          </a:p>
          <a:p>
            <a:pPr>
              <a:spcAft>
                <a:spcPts val="1000"/>
              </a:spcAft>
            </a:pPr>
            <a:r>
              <a:rPr sz="1800"/>
              <a:t>•  Run manufacturing root-cause and safety walk</a:t>
            </a:r>
          </a:p>
          <a:p>
            <a:pPr>
              <a:spcAft>
                <a:spcPts val="1000"/>
              </a:spcAft>
            </a:pPr>
            <a:r>
              <a:rPr sz="1800"/>
              <a:t>•  Prepare the board-level summary pack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Wilson Tsui</dc:creator>
  <keywords/>
  <dc:description>generated using python-pptx</dc:description>
  <lastModifiedBy>Wilson Tsui</lastModifiedBy>
  <revision>1</revision>
  <dcterms:created xsi:type="dcterms:W3CDTF">2026-08-24T09:29:59.5235017Z</dcterms:created>
  <dcterms:modified xsi:type="dcterms:W3CDTF">2026-08-24T09:29:59.5235017Z</dcterms:modified>
  <category/>
</coreProperties>
</file>